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1548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오프닝: ColorMaze 소개, RGB 삼원색 컨셉을 시각적으로 먼저 보여준다.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 소개 + 기본 스펙(장르/플랫폼/시점/맵 구조)을 빠르게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스택 변환 원리와, 필터를 제외한 기물의 조준+클릭 상호작용 흐름을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7종 기물을 판정형/소모성/클리어형 3그룹으로 먼저 정리한 뒤, 다음 3장에서 그룹별로 상세히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기물 2종(컬러 필터/RGB 필터) — 걸어서 통과하는 판정형. 각 카드 상단 회색 박스에 실제 플레이 스크린샷을 넣을 자리.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기물 3종(스택 체인저/컬러 체인저/버킷) — 조준+클릭형 1회용 스택 변형. 각 카드 상단 회색 박스에 실제 플레이 스크린샷을 넣을 자리.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기물 2종(컬러 팔레트/컬러 캔버스) — 스택 획득과 스테이지 클리어. 각 카드 상단 회색 박스에 실제 플레이 스크린샷을 넣을 자리.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챕터/스테이지 구성 비율, 해금 조건, 챌린지 캔버스 2개, 레벨 배치 에디터 툴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메인메뉴/일시정지/클리어 화면/세이브 4가지 UI 시스템 요약.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지금까지 완성된 8개 시스템을 체크리스트로 제시.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스테이지 콘텐츠 제작, 사운드/이펙트, 밸런싱 3가지가 다음 단계.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및 질의응답.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rgb_ve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608" y="502920"/>
            <a:ext cx="3840480" cy="2400300"/>
          </a:xfrm>
          <a:prstGeom prst="rect">
            <a:avLst/>
          </a:prstGeom>
          <a:effectLst>
            <a:outerShdw blurRad="127000" dist="38100" dir="5400000" algn="bl" rotWithShape="0">
              <a:srgbClr val="000000">
                <a:alpha val="25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0" y="37033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ColorMaze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중간발표회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0" y="5074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빛의 삼원색(RGB) 스택으로 색을 맞춰 통과하는 3D 미로 퍼즐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장현창  ·  2026. 8. 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게임 소개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0D0D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빛의 삼원색(RGB)을 모아 색을 맞춰 게이트를 통과하는 1인칭 3D 미로 퍼즐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832104" y="2980944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cons/ic_layer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167" y="3117007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53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장르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54480" y="33558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1인칭 미로 / 색 맞추기 퍼즐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91072" y="269748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574536" y="2980944"/>
            <a:ext cx="566928" cy="566928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icons/ic_settin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0599" y="3117007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29535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296912" y="33558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(Unity 6, URP)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52628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832104" y="4809744"/>
            <a:ext cx="566928" cy="566928"/>
          </a:xfrm>
          <a:prstGeom prst="ellipse">
            <a:avLst/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icons/ic_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167" y="4945807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7823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시점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554480" y="51846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1인칭 (자유 이동 + 마우스 시점)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91072" y="4526280"/>
            <a:ext cx="5349240" cy="150876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6574536" y="4809744"/>
            <a:ext cx="566928" cy="566928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3" descr="icons/ic_gri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599" y="4945807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296912" y="47823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구조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296912" y="5184648"/>
            <a:ext cx="4069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정육면체 블록을 배치해 구성한 미로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시스템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스택 원리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89788" y="1915668"/>
            <a:ext cx="502920" cy="502920"/>
          </a:xfrm>
          <a:prstGeom prst="ellipse">
            <a:avLst/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ic_dropl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2036369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7452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스택 — 0~15 순환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89788" y="2574036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icons/ic_dropl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2694737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3288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스택 — 0~15 순환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89788" y="3232404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icons/ic_dropl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9" y="3353105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19125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스택 — 0~15 순환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594360" y="38679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48640" y="4233672"/>
            <a:ext cx="5212080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0"/>
          <p:cNvSpPr/>
          <p:nvPr/>
        </p:nvSpPr>
        <p:spPr>
          <a:xfrm>
            <a:off x="822960" y="43616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채널별 절대값을 그대로 밝기로 변환 → 플레이어 컬러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22960" y="47823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15 / 15 / 15 → 흰색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355080" y="128016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조준 + 좌클릭 상호작용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6396228" y="1915668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3" descr="icons/ic_crosshair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929" y="2036369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40880" y="1874520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정면 1.3칸 레이캐스트로 조준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400800" y="25054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396228" y="2574036"/>
            <a:ext cx="502920" cy="50292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4" descr="icons/ic_ey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929" y="2694737"/>
            <a:ext cx="261518" cy="26151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40880" y="2532888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대상에 강조 표시(아웃라인) + 조준점 색 변경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400800" y="316382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6396228" y="3232404"/>
            <a:ext cx="502920" cy="502920"/>
          </a:xfrm>
          <a:prstGeom prst="ellipse">
            <a:avLst/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5" descr="icons/ic_targe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929" y="3353105"/>
            <a:ext cx="261518" cy="26151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40880" y="3191256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좌클릭 → TryInteract() 호출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6400800" y="382219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0" name="Shape 22"/>
          <p:cNvSpPr/>
          <p:nvPr/>
        </p:nvSpPr>
        <p:spPr>
          <a:xfrm>
            <a:off x="6396228" y="3890772"/>
            <a:ext cx="502920" cy="502920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6" descr="icons/ic_refres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929" y="4011473"/>
            <a:ext cx="261518" cy="26151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40880" y="3849624"/>
            <a:ext cx="4572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기물별 효과 발동 (획득 / 변경 / 클리어)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맵 기물 개요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914400"/>
          </a:xfrm>
          <a:prstGeom prst="roundRect">
            <a:avLst>
              <a:gd name="adj" fmla="val 12000"/>
            </a:avLst>
          </a:prstGeom>
          <a:solidFill>
            <a:srgbClr val="0D0D0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판정형(필터)만 걸어서 통과 — 나머지 기물은 카메라 정면 조준 + 좌클릭으로 상호작용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84778" cy="4160520"/>
          </a:xfrm>
          <a:prstGeom prst="roundRect">
            <a:avLst>
              <a:gd name="adj" fmla="val 314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970989" y="2651760"/>
            <a:ext cx="640080" cy="640080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icons/ic_targe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608" y="28053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47472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판정형 (필터) · 2종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3913632"/>
            <a:ext cx="29727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필터, RGB 필터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" y="5532120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조건이 맞으면 자동 통과 — 사라지지 않음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53458" y="2377440"/>
            <a:ext cx="3484778" cy="4160520"/>
          </a:xfrm>
          <a:prstGeom prst="roundRect">
            <a:avLst>
              <a:gd name="adj" fmla="val 314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5775808" y="2651760"/>
            <a:ext cx="640080" cy="640080"/>
          </a:xfrm>
          <a:prstGeom prst="ellipse">
            <a:avLst/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icons/ic_refres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427" y="28053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9490" y="347472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소모성 · 4종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09490" y="3913632"/>
            <a:ext cx="29727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팔레트, 스택 체인저, 컬러 체인저, 버킷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609490" y="5532120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스택 값이 실제로 바뀐 경우에만 1회용으로 소모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58277" y="2377440"/>
            <a:ext cx="3484778" cy="4160520"/>
          </a:xfrm>
          <a:prstGeom prst="roundRect">
            <a:avLst>
              <a:gd name="adj" fmla="val 314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4"/>
          <p:cNvSpPr/>
          <p:nvPr/>
        </p:nvSpPr>
        <p:spPr>
          <a:xfrm>
            <a:off x="9580626" y="2651760"/>
            <a:ext cx="640080" cy="6400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2" descr="icons/ic_fla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245" y="280537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4309" y="3474720"/>
            <a:ext cx="29727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클리어형 · 1종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414309" y="3913632"/>
            <a:ext cx="29727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캔버스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414309" y="5532120"/>
            <a:ext cx="297271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스택과 일치하면 스테이지 클리어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맵 기물 ① 필터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49808" y="1618488"/>
            <a:ext cx="4946904" cy="2187245"/>
          </a:xfrm>
          <a:prstGeom prst="roundRect">
            <a:avLst>
              <a:gd name="adj" fmla="val 3344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ages/color_filter.png"/>
          <p:cNvPicPr>
            <a:picLocks noChangeAspect="1"/>
          </p:cNvPicPr>
          <p:nvPr/>
        </p:nvPicPr>
        <p:blipFill rotWithShape="1">
          <a:blip r:embed="rId3"/>
          <a:srcRect l="5576" t="5576" r="5576" b="5576"/>
          <a:stretch>
            <a:fillRect/>
          </a:stretch>
        </p:blipFill>
        <p:spPr>
          <a:xfrm>
            <a:off x="1374447" y="1618488"/>
            <a:ext cx="3697625" cy="21872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933749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필터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9808" y="4317797"/>
            <a:ext cx="4946904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플레이어 컬러와 정확히 일치해야 통과 — 통과해도 사라지지 않음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91072" y="14173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92240" y="1618488"/>
            <a:ext cx="4946904" cy="2187245"/>
          </a:xfrm>
          <a:prstGeom prst="roundRect">
            <a:avLst>
              <a:gd name="adj" fmla="val 3344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mages/rgb_filter.png"/>
          <p:cNvPicPr>
            <a:picLocks noChangeAspect="1"/>
          </p:cNvPicPr>
          <p:nvPr/>
        </p:nvPicPr>
        <p:blipFill rotWithShape="1">
          <a:blip r:embed="rId4"/>
          <a:srcRect l="-10244" r="-10244"/>
          <a:stretch>
            <a:fillRect/>
          </a:stretch>
        </p:blipFill>
        <p:spPr>
          <a:xfrm>
            <a:off x="6492240" y="1618488"/>
            <a:ext cx="4946904" cy="21872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3933749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필터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92240" y="4317797"/>
            <a:ext cx="4946904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스택 중 유일한 최댓값 채널이 일치해야 통과 — 통과해도 사라지지 않음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맵 기물 ② 체인저 · 버킷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84778" cy="4206240"/>
          </a:xfrm>
          <a:prstGeom prst="roundRect">
            <a:avLst>
              <a:gd name="adj" fmla="val 314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49808" y="1618488"/>
            <a:ext cx="3082442" cy="2187245"/>
          </a:xfrm>
          <a:prstGeom prst="roundRect">
            <a:avLst>
              <a:gd name="adj" fmla="val 3344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ages/stack_changer.png"/>
          <p:cNvPicPr>
            <a:picLocks noChangeAspect="1"/>
          </p:cNvPicPr>
          <p:nvPr/>
        </p:nvPicPr>
        <p:blipFill rotWithShape="1">
          <a:blip r:embed="rId3"/>
          <a:srcRect l="26644" t="11212" b="19909"/>
          <a:stretch>
            <a:fillRect/>
          </a:stretch>
        </p:blipFill>
        <p:spPr>
          <a:xfrm>
            <a:off x="1173138" y="1618488"/>
            <a:ext cx="2235782" cy="21872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933749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스택 체인저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9808" y="4317797"/>
            <a:ext cx="3082442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지정된 두 색의 스택 값을 서로 교환 — 값이 바뀐 경우에만 소모되는 1회용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53458" y="1417320"/>
            <a:ext cx="3484778" cy="4206240"/>
          </a:xfrm>
          <a:prstGeom prst="roundRect">
            <a:avLst>
              <a:gd name="adj" fmla="val 314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4554626" y="1618488"/>
            <a:ext cx="3082442" cy="2187245"/>
          </a:xfrm>
          <a:prstGeom prst="roundRect">
            <a:avLst>
              <a:gd name="adj" fmla="val 3344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mages/color_changer.png"/>
          <p:cNvPicPr>
            <a:picLocks noChangeAspect="1"/>
          </p:cNvPicPr>
          <p:nvPr/>
        </p:nvPicPr>
        <p:blipFill rotWithShape="1">
          <a:blip r:embed="rId4"/>
          <a:srcRect l="25726" t="7623" b="24009"/>
          <a:stretch>
            <a:fillRect/>
          </a:stretch>
        </p:blipFill>
        <p:spPr>
          <a:xfrm>
            <a:off x="4973153" y="1636777"/>
            <a:ext cx="2245694" cy="21872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4626" y="3933749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체인저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554626" y="4317797"/>
            <a:ext cx="3082442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채널을 (최댓값 − 현재값)으로 변경(보색) — 값이 바뀐 경우에만 소모되는 1회용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58277" y="1417320"/>
            <a:ext cx="3484778" cy="4206240"/>
          </a:xfrm>
          <a:prstGeom prst="roundRect">
            <a:avLst>
              <a:gd name="adj" fmla="val 314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8359445" y="1618488"/>
            <a:ext cx="3082442" cy="2187245"/>
          </a:xfrm>
          <a:prstGeom prst="roundRect">
            <a:avLst>
              <a:gd name="adj" fmla="val 3344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images/bucket.png"/>
          <p:cNvPicPr>
            <a:picLocks noChangeAspect="1"/>
          </p:cNvPicPr>
          <p:nvPr/>
        </p:nvPicPr>
        <p:blipFill rotWithShape="1">
          <a:blip r:embed="rId5"/>
          <a:srcRect l="29042" t="11834" r="15012" b="22247"/>
          <a:stretch>
            <a:fillRect/>
          </a:stretch>
        </p:blipFill>
        <p:spPr>
          <a:xfrm>
            <a:off x="8615279" y="1618488"/>
            <a:ext cx="2570774" cy="21872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59445" y="3933749"/>
            <a:ext cx="30824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버킷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359445" y="4317797"/>
            <a:ext cx="3082442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지정된 색의 스택을 0으로 초기화 — 값이 바뀐 경우에만 소모되는 1회용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맵 기물 ③ 팔레트 · 캔버스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49808" y="1618488"/>
            <a:ext cx="4946904" cy="2187245"/>
          </a:xfrm>
          <a:prstGeom prst="roundRect">
            <a:avLst>
              <a:gd name="adj" fmla="val 3344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mages/palette.png"/>
          <p:cNvPicPr>
            <a:picLocks noChangeAspect="1"/>
          </p:cNvPicPr>
          <p:nvPr/>
        </p:nvPicPr>
        <p:blipFill rotWithShape="1">
          <a:blip r:embed="rId3"/>
          <a:srcRect t="6169" b="15626"/>
          <a:stretch>
            <a:fillRect/>
          </a:stretch>
        </p:blipFill>
        <p:spPr>
          <a:xfrm>
            <a:off x="1582817" y="1636776"/>
            <a:ext cx="3280885" cy="21872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933749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팔레트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9808" y="4317797"/>
            <a:ext cx="4946904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조준+클릭 시 지정된 R/G/B만큼 스택 증가 — 값이 바뀐 경우에만 소모되는 1회용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91072" y="14173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492240" y="1618488"/>
            <a:ext cx="4946904" cy="2187245"/>
          </a:xfrm>
          <a:prstGeom prst="roundRect">
            <a:avLst>
              <a:gd name="adj" fmla="val 3344"/>
            </a:avLst>
          </a:prstGeom>
          <a:solidFill>
            <a:srgbClr val="E4E4E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mages/canvas.png"/>
          <p:cNvPicPr>
            <a:picLocks noChangeAspect="1"/>
          </p:cNvPicPr>
          <p:nvPr/>
        </p:nvPicPr>
        <p:blipFill rotWithShape="1">
          <a:blip r:embed="rId4"/>
          <a:srcRect t="9101" b="12470"/>
          <a:stretch>
            <a:fillRect/>
          </a:stretch>
        </p:blipFill>
        <p:spPr>
          <a:xfrm>
            <a:off x="7678316" y="1618488"/>
            <a:ext cx="2574275" cy="218724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3933749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컬러 캔버스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492240" y="4317797"/>
            <a:ext cx="4946904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스택과 정확히 일치하면 좌클릭으로 스테이지 클리어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레벨 구성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챕터당 10 스테이지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9AA0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09344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9AA0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609344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79776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2779776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840480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901184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01184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71616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071616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32320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132320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93024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193024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63456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9363456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424160" y="1874520"/>
            <a:ext cx="932688" cy="932688"/>
          </a:xfrm>
          <a:prstGeom prst="roundRect">
            <a:avLst>
              <a:gd name="adj" fmla="val 7843"/>
            </a:avLst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0424160" y="1874520"/>
            <a:ext cx="93268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3090672"/>
            <a:ext cx="164592" cy="164592"/>
          </a:xfrm>
          <a:prstGeom prst="ellipse">
            <a:avLst/>
          </a:prstGeom>
          <a:solidFill>
            <a:srgbClr val="9AA0A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86384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튜토리얼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3090672"/>
            <a:ext cx="164592" cy="164592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615184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노멀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06240" y="3090672"/>
            <a:ext cx="164592" cy="164592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443984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3090672"/>
            <a:ext cx="164592" cy="164592"/>
          </a:xfrm>
          <a:prstGeom prst="ellipse">
            <a:avLst/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272784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챌린지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37033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68680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 해금 조건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68680" y="4251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응용 스테이지(8번째)까지 클리어하면 다음 챕터가 해금된다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08192" y="3703320"/>
            <a:ext cx="5349240" cy="1234440"/>
          </a:xfrm>
          <a:prstGeom prst="roundRect">
            <a:avLst>
              <a:gd name="adj" fmla="val 888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6428232" y="3886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챌린지 스테이지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28232" y="42519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캔버스가 2개로 늘어나며, 둘 다 완성해야 클리어된다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48640" y="516636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845820" y="5399532"/>
            <a:ext cx="594360" cy="594360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0" descr="icons/ic_m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" y="5542178"/>
            <a:ext cx="309067" cy="309067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645920" y="53492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MazeGeneratorEditor</a:t>
            </a:r>
            <a:endParaRPr lang="en-US" sz="1350" dirty="0"/>
          </a:p>
        </p:txBody>
      </p:sp>
      <p:sp>
        <p:nvSpPr>
          <p:cNvPr id="42" name="Text 39"/>
          <p:cNvSpPr/>
          <p:nvPr/>
        </p:nvSpPr>
        <p:spPr>
          <a:xfrm>
            <a:off x="1645920" y="56875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뷰 전용 에디터 툴 — 클릭 설치/제거, Ctrl+드래그 범위 설치, 정수 그리드 스냅으로 미로를 직접 배치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&amp; 진행도 저장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32104" y="1700784"/>
            <a:ext cx="640080" cy="640080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ic_play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1854403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91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메뉴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91640" y="21031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챕터·스테이지 선택, 해금 여부에 따라 잠금 표시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91072" y="141732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6574536" y="1700784"/>
            <a:ext cx="640080" cy="6400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cons/ic_settings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155" y="1854403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34072" y="16916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일시정지 / 설정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34072" y="210312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ESC로 토글, 음량·마우스 감도 조절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832104" y="3895344"/>
            <a:ext cx="640080" cy="640080"/>
          </a:xfrm>
          <a:prstGeom prst="ellipse">
            <a:avLst/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icons/ic_flag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" y="4048963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886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클리어 화면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691640" y="42976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메인화면 / 다음 스테이지 / 다시하기, 챕터 마지막이면 다음 챕터로 자동 연결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91072" y="36118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6574536" y="3895344"/>
            <a:ext cx="640080" cy="640080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icons/ic_sav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8155" y="4048963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34072" y="3886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진행도 저장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434072" y="429768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자동 저장·불러오기, 초기화는 2단계 확인창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상황 ① — 완료된 기능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12648" y="150876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icons/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618488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1인칭 이동 / 카메라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34440" y="1755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CharacterController 기반, 점프 물리 역산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icons/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618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76872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스택 시스템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976872" y="17556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0~15 순환, 이벤트 기반 갱신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12648" y="267919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icons/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78892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587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조준 + 좌클릭 상호작용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34440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레이캐스트 판정, 강조 표시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55080" y="2679192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3" descr="icons/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788920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76872" y="2587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맵 기물 7종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976872" y="29260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· 팔레트 · 체인저 · 버킷 · 캔버스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12648" y="3849624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4" descr="icons/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959352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37581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 / 스테이지 진행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34440" y="4096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해금 판정, 순차 클리어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355080" y="3849624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5" descr="icons/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95935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76872" y="375818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세이브 / 로드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976872" y="409651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자동 저장 및 불러오기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612648" y="5020056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6" descr="icons/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5129784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34440" y="49286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4종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1234440" y="52669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메인메뉴 · 일시정지 · 설정 · 클리어 화면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6355080" y="5020056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7" descr="icons/ic_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5129784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76872" y="49286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마커 시스템</a:t>
            </a:r>
            <a:endParaRPr lang="en-US" sz="1400" dirty="0"/>
          </a:p>
        </p:txBody>
      </p:sp>
      <p:sp>
        <p:nvSpPr>
          <p:cNvPr id="34" name="Text 24"/>
          <p:cNvSpPr/>
          <p:nvPr/>
        </p:nvSpPr>
        <p:spPr>
          <a:xfrm>
            <a:off x="6976872" y="52669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제외 기물 화면 위치 표시, 가림 판정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상황 ② — 남은 작업 / 다음 계획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29584" cy="3931920"/>
          </a:xfrm>
          <a:prstGeom prst="roundRect">
            <a:avLst>
              <a:gd name="adj" fmla="val 310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924812" y="1851660"/>
            <a:ext cx="777240" cy="777240"/>
          </a:xfrm>
          <a:prstGeom prst="ellipse">
            <a:avLst/>
          </a:prstGeom>
          <a:solidFill>
            <a:srgbClr val="2D8CF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icons/ic_m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038198"/>
            <a:ext cx="404165" cy="4041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스테이지 콘텐츠 제작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889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챕터별 튜토리얼 · 노멀 · 응용 · 챌린지 10 스테이지 본격 제작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52544" y="1463040"/>
            <a:ext cx="3529584" cy="3931920"/>
          </a:xfrm>
          <a:prstGeom prst="roundRect">
            <a:avLst>
              <a:gd name="adj" fmla="val 310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5728716" y="1851660"/>
            <a:ext cx="777240" cy="77724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icons/ic_play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254" y="203819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26864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사운드 / 이펙트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672584" y="3749040"/>
            <a:ext cx="2889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 · SFX 등 오디오 작업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56448" y="1463040"/>
            <a:ext cx="3529584" cy="3931920"/>
          </a:xfrm>
          <a:prstGeom prst="roundRect">
            <a:avLst>
              <a:gd name="adj" fmla="val 3109"/>
            </a:avLst>
          </a:prstGeom>
          <a:solidFill>
            <a:srgbClr val="F2F2F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9532620" y="1851660"/>
            <a:ext cx="777240" cy="777240"/>
          </a:xfrm>
          <a:prstGeom prst="ellipse">
            <a:avLst/>
          </a:prstGeom>
          <a:solidFill>
            <a:srgbClr val="FF3B3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icons/ic_setting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9158" y="203819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30768" y="2926080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밸런싱 / 난이도 조절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8476488" y="3749040"/>
            <a:ext cx="2889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기물 배치와 스택값 밸런싱 조정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9512" y="4782312"/>
            <a:ext cx="585216" cy="585216"/>
          </a:xfrm>
          <a:prstGeom prst="ellipse">
            <a:avLst/>
          </a:prstGeom>
          <a:solidFill>
            <a:srgbClr val="FF3B3B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5806440" y="4782312"/>
            <a:ext cx="585216" cy="585216"/>
          </a:xfrm>
          <a:prstGeom prst="ellipse">
            <a:avLst/>
          </a:prstGeom>
          <a:solidFill>
            <a:srgbClr val="2ECC71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373368" y="4782312"/>
            <a:ext cx="585216" cy="585216"/>
          </a:xfrm>
          <a:prstGeom prst="ellipse">
            <a:avLst/>
          </a:prstGeom>
          <a:solidFill>
            <a:srgbClr val="2D8CFF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0" y="35661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D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ColorMaze  ·  장현창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827</Words>
  <Application>Microsoft Office PowerPoint</Application>
  <PresentationFormat>와이드스크린</PresentationFormat>
  <Paragraphs>140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NYAPY</cp:lastModifiedBy>
  <cp:revision>2</cp:revision>
  <dcterms:created xsi:type="dcterms:W3CDTF">2026-08-03T05:10:20Z</dcterms:created>
  <dcterms:modified xsi:type="dcterms:W3CDTF">2026-08-03T05:17:46Z</dcterms:modified>
</cp:coreProperties>
</file>