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오프닝: ColorMaze 소개, RGB 삼원색 컨셉을 시각적으로 먼저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 소개 + 기본 스펙(장르/플랫폼/시점/맵 구조)을 빠르게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스택 변환 원리와, 필터를 제외한 기물의 조준+클릭 상호작용 흐름을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4개 그룹(판정형/획득형/소모성/클리어형) 기준으로 7종 기물을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챕터/스테이지 구성 비율, 해금 조건, 챌린지 캔버스 2개, 레벨 배치 에디터 툴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메인메뉴/일시정지/클리어 화면/세이브 4가지 UI 시스템 요약.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 완성된 8개 시스템을 체크리스트로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스테이지 콘텐츠 제작, 사운드/이펙트, 밸런싱 3가지가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중 실제로 겪은 버그 3가지와 해결 과정을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및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80560" y="548640"/>
            <a:ext cx="1737360" cy="1737360"/>
          </a:xfrm>
          <a:prstGeom prst="ellipse">
            <a:avLst/>
          </a:prstGeom>
          <a:solidFill>
            <a:srgbClr val="FF3B3B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0" y="548640"/>
            <a:ext cx="1737360" cy="1737360"/>
          </a:xfrm>
          <a:prstGeom prst="ellipse">
            <a:avLst/>
          </a:prstGeom>
          <a:solidFill>
            <a:srgbClr val="2ECC71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074920" y="1600200"/>
            <a:ext cx="1737360" cy="1737360"/>
          </a:xfrm>
          <a:prstGeom prst="ellipse">
            <a:avLst/>
          </a:prstGeom>
          <a:solidFill>
            <a:srgbClr val="2D8CFF">
              <a:alpha val="6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3703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ColorMaze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45262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중간발표회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0" y="50749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빛의 삼원색(RGB) 스택으로 색을 맞춰 통과하는 3D 미로 퍼즐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장현창  ·  2026. 8.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게임 소개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0D0D0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2588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빛의 삼원색(RGB)을 모아 색을 맞춰 게이트를 통과하는 1인칭 3D 미로 퍼즐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2980944"/>
            <a:ext cx="566928" cy="56692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7" name="Image 0" descr="icons/ic_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167" y="3117007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953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54480" y="335584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1인칭 미로 / 색 맞추기 퍼즐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91072" y="269748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74536" y="2980944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2" name="Image 1" descr="icons/ic_settin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0599" y="3117007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2953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296912" y="335584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(Unity 6, URP)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52628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2104" y="4809744"/>
            <a:ext cx="566928" cy="566928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17" name="Image 2" descr="icons/ic_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67" y="4945807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7823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시점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554480" y="518464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1인칭 (자유 이동 + 마우스 시점)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91072" y="452628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74536" y="4809744"/>
            <a:ext cx="566928" cy="56692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3" descr="icons/ic_gri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0599" y="4945807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96912" y="47823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맵 구조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296912" y="518464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정육면체 블록을 배치해 구성한 미로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시스템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스택 원리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89788" y="1915668"/>
            <a:ext cx="502920" cy="502920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5" name="Image 0" descr="icons/ic_dropl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2036369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7452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스택 — 0~15 순환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89788" y="2574036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8" name="Image 1" descr="icons/ic_dropl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9" y="2694737"/>
            <a:ext cx="261518" cy="2615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53288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스택 — 0~15 순환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89788" y="3232404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2" descr="icons/ic_dropl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9" y="3353105"/>
            <a:ext cx="261518" cy="26151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19125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스택 — 0~15 순환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594360" y="38679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548640" y="4233672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822960" y="43616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채널별 절대값을 그대로 밝기로 변환 → 플레이어 컬러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22960" y="47823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15 / 15 / 15 → 흰색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355080" y="128016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조준 + 좌클릭 상호작용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6396228" y="1915668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icons/ic_crosshair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929" y="2036369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040880" y="187452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정면 1.3칸 레이캐스트로 조준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6400800" y="250545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396228" y="2574036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3" name="Image 4" descr="icons/ic_ey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929" y="2694737"/>
            <a:ext cx="261518" cy="26151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40880" y="2532888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대상에 강조 표시(아웃라인) + 조준점 색 변경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6400800" y="316382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6396228" y="3232404"/>
            <a:ext cx="502920" cy="502920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27" name="Image 5" descr="icons/ic_targe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6929" y="3353105"/>
            <a:ext cx="261518" cy="26151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40880" y="3191256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좌클릭 → TryInteract() 호출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6400800" y="38221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30" name="Shape 22"/>
          <p:cNvSpPr/>
          <p:nvPr/>
        </p:nvSpPr>
        <p:spPr>
          <a:xfrm>
            <a:off x="6396228" y="3890772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6" descr="icons/ic_refresh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929" y="4011473"/>
            <a:ext cx="261518" cy="26151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040880" y="3849624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기물별 효과 발동 (획득 / 변경 / 클리어)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맵 기물 7종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32104" y="1700784"/>
            <a:ext cx="640080" cy="64008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icons/ic_targ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1854403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916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판정형 (필터)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21031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컬러 필터, RGB 필터 — 지정된 색 조건과 맞아야 통과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74536" y="1700784"/>
            <a:ext cx="640080" cy="640080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10" name="Image 1" descr="icons/ic_dropl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54403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34072" y="16916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획득형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34072" y="21031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컬러 팔레트 — 조준+클릭으로 RGB 스택 증가, 소모되지 않음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61188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" y="3895344"/>
            <a:ext cx="640080" cy="64008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5" name="Image 2" descr="icons/ic_refres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4048963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38862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소모성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91640" y="429768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스택 체인저, 컬러 체인저, 버킷 — 1회성 스택 변형, 값이 안 바뀌면 안 사라짐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91072" y="361188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74536" y="3895344"/>
            <a:ext cx="640080" cy="64008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icons/ic_fl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8155" y="4048963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34072" y="38862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클리어형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434072" y="429768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컬러 캔버스 — 목표 스택과 정확히 일치하면 스테이지 클리어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레벨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챕터당 10 스테이지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9AA0A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09344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9AA0A6"/>
          </a:solidFill>
          <a:ln/>
        </p:spPr>
      </p:sp>
      <p:sp>
        <p:nvSpPr>
          <p:cNvPr id="7" name="Text 5"/>
          <p:cNvSpPr/>
          <p:nvPr/>
        </p:nvSpPr>
        <p:spPr>
          <a:xfrm>
            <a:off x="1609344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79776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2779776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40480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2D8CFF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01184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71616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6071616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32320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0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93024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8193024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363456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FF3B3B"/>
          </a:solidFill>
          <a:ln/>
        </p:spPr>
      </p:sp>
      <p:sp>
        <p:nvSpPr>
          <p:cNvPr id="21" name="Text 19"/>
          <p:cNvSpPr/>
          <p:nvPr/>
        </p:nvSpPr>
        <p:spPr>
          <a:xfrm>
            <a:off x="9363456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424160" y="1874520"/>
            <a:ext cx="932688" cy="932688"/>
          </a:xfrm>
          <a:prstGeom prst="roundRect">
            <a:avLst>
              <a:gd name="adj" fmla="val 7843"/>
            </a:avLst>
          </a:prstGeom>
          <a:solidFill>
            <a:srgbClr val="FF3B3B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0" y="1874520"/>
            <a:ext cx="9326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090672"/>
            <a:ext cx="164592" cy="16459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튜토리얼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77440" y="3090672"/>
            <a:ext cx="164592" cy="164592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27" name="Text 25"/>
          <p:cNvSpPr/>
          <p:nvPr/>
        </p:nvSpPr>
        <p:spPr>
          <a:xfrm>
            <a:off x="2615184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노멀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06240" y="3090672"/>
            <a:ext cx="164592" cy="16459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9" name="Text 27"/>
          <p:cNvSpPr/>
          <p:nvPr/>
        </p:nvSpPr>
        <p:spPr>
          <a:xfrm>
            <a:off x="4443984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35040" y="3090672"/>
            <a:ext cx="164592" cy="164592"/>
          </a:xfrm>
          <a:prstGeom prst="ellipse">
            <a:avLst/>
          </a:prstGeom>
          <a:solidFill>
            <a:srgbClr val="FF3B3B"/>
          </a:solidFill>
          <a:ln/>
        </p:spPr>
      </p:sp>
      <p:sp>
        <p:nvSpPr>
          <p:cNvPr id="31" name="Text 29"/>
          <p:cNvSpPr/>
          <p:nvPr/>
        </p:nvSpPr>
        <p:spPr>
          <a:xfrm>
            <a:off x="6272784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챌린지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370332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68680" y="3886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챕터 해금 조건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68680" y="42519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스테이지(8번째)까지 클리어하면 다음 챕터가 해금된다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08192" y="370332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28232" y="3886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챌린지 스테이지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428232" y="42519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캔버스가 2개로 늘어나며, 둘 다 완성해야 클리어된다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5166360"/>
            <a:ext cx="10908792" cy="1051560"/>
          </a:xfrm>
          <a:prstGeom prst="roundRect">
            <a:avLst>
              <a:gd name="adj" fmla="val 1043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45820" y="5399532"/>
            <a:ext cx="594360" cy="59436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40" name="Image 0" descr="icons/ic_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466" y="5542178"/>
            <a:ext cx="309067" cy="309067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1645920" y="53492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MazeGeneratorEditor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1645920" y="56875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뷰 전용 에디터 툴 — 클릭 설치/제거, Ctrl+드래그 범위 설치, 정수 그리드 스냅으로 미로를 직접 배치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&amp; 진행도 저장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32104" y="1700784"/>
            <a:ext cx="640080" cy="64008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icons/ic_pl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1854403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916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메뉴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21031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챕터·스테이지 선택, 해금 여부에 따라 잠금 표시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74536" y="1700784"/>
            <a:ext cx="640080" cy="64008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0" name="Image 1" descr="icons/ic_settin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54403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34072" y="16916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일시정지 / 설정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34072" y="21031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ESC로 토글, 음량·마우스 감도 조절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61188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" y="3895344"/>
            <a:ext cx="640080" cy="640080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15" name="Image 2" descr="icons/ic_flag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4048963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38862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 화면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91640" y="429768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메인화면 / 다음 스테이지 / 다시하기, 챕터 마지막이면 다음 챕터로 자동 연결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91072" y="3611880"/>
            <a:ext cx="5349240" cy="1874520"/>
          </a:xfrm>
          <a:prstGeom prst="roundRect">
            <a:avLst>
              <a:gd name="adj" fmla="val 58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74536" y="3895344"/>
            <a:ext cx="640080" cy="64008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icons/ic_sav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8155" y="4048963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34072" y="38862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진행도 저장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434072" y="429768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자동 저장·불러오기, 초기화는 2단계 확인창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상황 ① — 완료된 기능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12648" y="150876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4" name="Image 0" descr="icons/ic_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61848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4173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1인칭 이동 / 카메라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234440" y="17556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CharacterController 기반, 점프 물리 역산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355080" y="150876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8" name="Image 1" descr="icons/ic_che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61848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76872" y="14173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스택 시스템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976872" y="17556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0~15 순환, 이벤트 기반 갱신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12648" y="2679192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2" name="Image 2" descr="icons/ic_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78892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587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조준 + 좌클릭 상호작용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3444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레이캐스트 판정, 강조 표시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355080" y="2679192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6" name="Image 3" descr="icons/ic_che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78892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976872" y="2587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맵 기물 7종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6976872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 · 팔레트 · 체인저 · 버킷 · 캔버스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612648" y="3849624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0" name="Image 4" descr="icons/ic_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3959352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34440" y="375818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챕터 / 스테이지 진행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234440" y="4096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해금 판정, 순차 클리어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6355080" y="3849624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4" name="Image 5" descr="icons/ic_check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3959352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976872" y="375818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세이브 / 로드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6976872" y="4096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자동 저장 및 불러오기</a:t>
            </a:r>
            <a:endParaRPr lang="en-US" sz="1150" dirty="0"/>
          </a:p>
        </p:txBody>
      </p:sp>
      <p:sp>
        <p:nvSpPr>
          <p:cNvPr id="27" name="Shape 19"/>
          <p:cNvSpPr/>
          <p:nvPr/>
        </p:nvSpPr>
        <p:spPr>
          <a:xfrm>
            <a:off x="612648" y="5020056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8" name="Image 6" descr="icons/ic_check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" y="5129784"/>
            <a:ext cx="237744" cy="23774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234440" y="492861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4종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1234440" y="52669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메인메뉴 · 일시정지 · 설정 · 클리어 화면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6355080" y="5020056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32" name="Image 7" descr="icons/ic_check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5129784"/>
            <a:ext cx="237744" cy="237744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6976872" y="492861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 에디터 툴</a:t>
            </a:r>
            <a:endParaRPr lang="en-US" sz="1400" dirty="0"/>
          </a:p>
        </p:txBody>
      </p:sp>
      <p:sp>
        <p:nvSpPr>
          <p:cNvPr id="34" name="Text 24"/>
          <p:cNvSpPr/>
          <p:nvPr/>
        </p:nvSpPr>
        <p:spPr>
          <a:xfrm>
            <a:off x="6976872" y="52669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미로 배치, 하이어라키 자동 정리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상황 ② — 남은 작업 / 다음 계획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9584" cy="3931920"/>
          </a:xfrm>
          <a:prstGeom prst="roundRect">
            <a:avLst>
              <a:gd name="adj" fmla="val 310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24812" y="1851660"/>
            <a:ext cx="777240" cy="7772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icons/ic_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1350" y="20381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스테이지 콘텐츠 제작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3749040"/>
            <a:ext cx="2889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챕터별 튜토리얼 · 노멀 · 응용 · 챌린지 10 스테이지 본격 제작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52544" y="1463040"/>
            <a:ext cx="3529584" cy="3931920"/>
          </a:xfrm>
          <a:prstGeom prst="roundRect">
            <a:avLst>
              <a:gd name="adj" fmla="val 310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728716" y="1851660"/>
            <a:ext cx="777240" cy="77724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0" name="Image 1" descr="icons/ic_pla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254" y="203819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26864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사운드 / 이펙트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72584" y="3749040"/>
            <a:ext cx="2889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 · SFX 등 오디오 작업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56448" y="1463040"/>
            <a:ext cx="3529584" cy="3931920"/>
          </a:xfrm>
          <a:prstGeom prst="roundRect">
            <a:avLst>
              <a:gd name="adj" fmla="val 310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532620" y="1851660"/>
            <a:ext cx="777240" cy="777240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15" name="Image 2" descr="icons/ic_setting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158" y="203819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3076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밸런싱 / 난이도 조절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76488" y="3749040"/>
            <a:ext cx="2889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기물 배치와 스택값 밸런싱 조정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기술적 어려움과 해결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rgbClr val="FF3B3B"/>
          </a:solidFill>
          <a:ln/>
        </p:spPr>
      </p:sp>
      <p:pic>
        <p:nvPicPr>
          <p:cNvPr id="5" name="Image 0" descr="icons/ic_too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77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2679192"/>
            <a:ext cx="2980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스택을 최댓값 기준으로 정규화해, 10/10/10 같은 값도 흰색으로 보임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" y="411480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4416552"/>
            <a:ext cx="2980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채널별 절대값을 그대로 밝기로 매핑하도록 ToRGB() 수정 — StackMax/StackMax/StackMax만 흰색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52544" y="141732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35424" y="160020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2" name="Image 1" descr="icons/ic_t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73187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2377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26864" y="2679192"/>
            <a:ext cx="2980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상태(Playing/Paused/Cleared) 전환마다 커서를 재설정해, 클리어 화면에서 커서 잠금 오류 발생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26864" y="411480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626864" y="4416552"/>
            <a:ext cx="2980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PauseMenuController는 Playing↔Paused 전환에서만 커서 조정, Cleared 커서는 ClearScreenController가 별도 관리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56448" y="141732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39328" y="1600200"/>
            <a:ext cx="548640" cy="5486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2" descr="icons/ic_tool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002" y="17318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0768" y="2377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430768" y="2679192"/>
            <a:ext cx="2980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한글 11,172자 전체를 Static 폰트 아틀라스로 미리 구우려다 생성 실패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430768" y="411480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430768" y="4416552"/>
            <a:ext cx="2980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Atlas Population Mode로 전환해 런타임에 필요한 글리프만 채우도록 변경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39512" y="4782312"/>
            <a:ext cx="585216" cy="585216"/>
          </a:xfrm>
          <a:prstGeom prst="ellipse">
            <a:avLst/>
          </a:prstGeom>
          <a:solidFill>
            <a:srgbClr val="FF3B3B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806440" y="4782312"/>
            <a:ext cx="585216" cy="585216"/>
          </a:xfrm>
          <a:prstGeom prst="ellipse">
            <a:avLst/>
          </a:prstGeom>
          <a:solidFill>
            <a:srgbClr val="2ECC71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373368" y="4782312"/>
            <a:ext cx="585216" cy="585216"/>
          </a:xfrm>
          <a:prstGeom prst="ellipse">
            <a:avLst/>
          </a:prstGeom>
          <a:solidFill>
            <a:srgbClr val="2D8CFF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ColorMaze  ·  장현창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2026-08-03T01:44:08Z</dcterms:created>
  <dcterms:modified xsi:type="dcterms:W3CDTF">2026-08-03T01:44:08Z</dcterms:modified>
</cp:coreProperties>
</file>